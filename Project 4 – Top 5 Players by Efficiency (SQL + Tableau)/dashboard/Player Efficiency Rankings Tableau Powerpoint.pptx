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PlayerEfficiencyRankings/NBAPlayerEfficiencyDashboardSeasonAnalysisPlayerPerformanceInsights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030BDFDE-D308-483B-95DD-3E90A1F09BC3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Player Efficiency Rankings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F049FFB1-E3C9-4500-8791-3588EFA56BCF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7/26/2026 4:50:30 AM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op 5 Player Efficiency" id="2" name="slide2">
            <a:extLst>
              <a:ext uri="{FF2B5EF4-FFF2-40B4-BE49-F238E27FC236}">
                <a16:creationId xmlns:a16="http://schemas.microsoft.com/office/drawing/2014/main" id="{8E2D85F2-9019-4CC6-890B-3D77E36D861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" y="762000"/>
            <a:ext cx="11033760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fficiency vs Points" id="3" name="slide3">
            <a:extLst>
              <a:ext uri="{FF2B5EF4-FFF2-40B4-BE49-F238E27FC236}">
                <a16:creationId xmlns:a16="http://schemas.microsoft.com/office/drawing/2014/main" id="{1A309781-379D-441E-831C-EDA8827E8D0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3798" y="0"/>
            <a:ext cx="78044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op Players By Efficiency" id="4" name="slide4">
            <a:extLst>
              <a:ext uri="{FF2B5EF4-FFF2-40B4-BE49-F238E27FC236}">
                <a16:creationId xmlns:a16="http://schemas.microsoft.com/office/drawing/2014/main" id="{CFB46EB3-F2FA-4D43-8657-1E18769D74E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8394" y="0"/>
            <a:ext cx="4152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BA Player Efficiency DashboardSeason Analysis &amp;amp; Player Performance Insights" id="5" name="slide5">
            <a:extLst>
              <a:ext uri="{FF2B5EF4-FFF2-40B4-BE49-F238E27FC236}">
                <a16:creationId xmlns:a16="http://schemas.microsoft.com/office/drawing/2014/main" id="{2470BC8E-4B3E-42AF-9308-8385E496AD8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8410" y="304800"/>
            <a:ext cx="7155180" cy="624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2026-07-26T04:50:31Z</dcterms:created>
  <dcterms:modified xsi:type="dcterms:W3CDTF">2026-07-26T04:50:31Z</dcterms:modified>
</cp:coreProperties>
</file>